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Template de Seminário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Disciplina de Internet das Coisas (IoT)</a:t>
            </a:r>
            <a:br/>
            <a:r>
              <a:t>40 minutos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9319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Inserir imagem,</a:t>
            </a:r>
          </a:p>
          <a:p>
            <a:pPr algn="ctr">
              <a:defRPr sz="2000"/>
            </a:pPr>
            <a:r>
              <a:t>diagrama,</a:t>
            </a:r>
          </a:p>
          <a:p>
            <a:pPr algn="ctr">
              <a:defRPr sz="2000"/>
            </a:pPr>
            <a:r>
              <a:t>fluxograma</a:t>
            </a:r>
          </a:p>
          <a:p>
            <a:pPr algn="ctr">
              <a:defRPr sz="2000"/>
            </a:pPr>
            <a:r>
              <a:t>ou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Template Padrão para Seminários de IoT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Introdução</a:t>
            </a:r>
            <a:br/>
            <a:r>
              <a:t>• Fundamentação</a:t>
            </a:r>
            <a:br/>
            <a:r>
              <a:t>• Funcionamento</a:t>
            </a:r>
            <a:br/>
            <a:r>
              <a:t>• Tecnologias</a:t>
            </a:r>
            <a:br/>
            <a:r>
              <a:t>• Arquitetura</a:t>
            </a:r>
            <a:br/>
            <a:r>
              <a:t>• Casos de Uso</a:t>
            </a:r>
            <a:br/>
            <a:r>
              <a:t>• Demonstração</a:t>
            </a:r>
            <a:br/>
            <a:r>
              <a:t>• Conclusão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9319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Inserir imagem,</a:t>
            </a:r>
          </a:p>
          <a:p>
            <a:pPr algn="ctr">
              <a:defRPr sz="2000"/>
            </a:pPr>
            <a:r>
              <a:t>diagrama,</a:t>
            </a:r>
          </a:p>
          <a:p>
            <a:pPr algn="ctr">
              <a:defRPr sz="2000"/>
            </a:pPr>
            <a:r>
              <a:t>fluxograma</a:t>
            </a:r>
          </a:p>
          <a:p>
            <a:pPr algn="ctr">
              <a:defRPr sz="2000"/>
            </a:pPr>
            <a:r>
              <a:t>ou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Template Padrão para Seminários de IoT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Introdução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O que é o tema?</a:t>
            </a:r>
            <a:br/>
            <a:r>
              <a:t>• Importância para IoT</a:t>
            </a:r>
            <a:br/>
            <a:r>
              <a:t>• Problema que resolve</a:t>
            </a:r>
            <a:br/>
            <a:r>
              <a:t>• Objetivos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9319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Inserir imagem,</a:t>
            </a:r>
          </a:p>
          <a:p>
            <a:pPr algn="ctr">
              <a:defRPr sz="2000"/>
            </a:pPr>
            <a:r>
              <a:t>diagrama,</a:t>
            </a:r>
          </a:p>
          <a:p>
            <a:pPr algn="ctr">
              <a:defRPr sz="2000"/>
            </a:pPr>
            <a:r>
              <a:t>fluxograma</a:t>
            </a:r>
          </a:p>
          <a:p>
            <a:pPr algn="ctr">
              <a:defRPr sz="2000"/>
            </a:pPr>
            <a:r>
              <a:t>ou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Template Padrão para Seminários de IoT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Fundamentação Teórica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Conceitos principais</a:t>
            </a:r>
            <a:br/>
            <a:r>
              <a:t>• Histórico</a:t>
            </a:r>
            <a:br/>
            <a:r>
              <a:t>• Definições</a:t>
            </a:r>
            <a:br/>
            <a:r>
              <a:t>• Tecnologias relacionadas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9319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Inserir imagem,</a:t>
            </a:r>
          </a:p>
          <a:p>
            <a:pPr algn="ctr">
              <a:defRPr sz="2000"/>
            </a:pPr>
            <a:r>
              <a:t>diagrama,</a:t>
            </a:r>
          </a:p>
          <a:p>
            <a:pPr algn="ctr">
              <a:defRPr sz="2000"/>
            </a:pPr>
            <a:r>
              <a:t>fluxograma</a:t>
            </a:r>
          </a:p>
          <a:p>
            <a:pPr algn="ctr">
              <a:defRPr sz="2000"/>
            </a:pPr>
            <a:r>
              <a:t>ou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Template Padrão para Seminários de IoT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Funcionamento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Insira um diagrama explicando o fluxo de funcionamento da tecnologia.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9319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Inserir imagem,</a:t>
            </a:r>
          </a:p>
          <a:p>
            <a:pPr algn="ctr">
              <a:defRPr sz="2000"/>
            </a:pPr>
            <a:r>
              <a:t>diagrama,</a:t>
            </a:r>
          </a:p>
          <a:p>
            <a:pPr algn="ctr">
              <a:defRPr sz="2000"/>
            </a:pPr>
            <a:r>
              <a:t>fluxograma</a:t>
            </a:r>
          </a:p>
          <a:p>
            <a:pPr algn="ctr">
              <a:defRPr sz="2000"/>
            </a:pPr>
            <a:r>
              <a:t>ou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Template Padrão para Seminários de IoT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Tecnologias Envolvidas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Protocolos</a:t>
            </a:r>
            <a:br/>
            <a:r>
              <a:t>• Hardware</a:t>
            </a:r>
            <a:br/>
            <a:r>
              <a:t>• Software</a:t>
            </a:r>
            <a:br/>
            <a:r>
              <a:t>• Frameworks</a:t>
            </a:r>
            <a:br/>
            <a:r>
              <a:t>• Padrões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9319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Inserir imagem,</a:t>
            </a:r>
          </a:p>
          <a:p>
            <a:pPr algn="ctr">
              <a:defRPr sz="2000"/>
            </a:pPr>
            <a:r>
              <a:t>diagrama,</a:t>
            </a:r>
          </a:p>
          <a:p>
            <a:pPr algn="ctr">
              <a:defRPr sz="2000"/>
            </a:pPr>
            <a:r>
              <a:t>fluxograma</a:t>
            </a:r>
          </a:p>
          <a:p>
            <a:pPr algn="ctr">
              <a:defRPr sz="2000"/>
            </a:pPr>
            <a:r>
              <a:t>ou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Template Padrão para Seminários de IoT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Arquitetura da Solução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Desenhe a arquitetura completa relacionando dispositivos, comunicação, processamento e nuvem.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9319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Inserir imagem,</a:t>
            </a:r>
          </a:p>
          <a:p>
            <a:pPr algn="ctr">
              <a:defRPr sz="2000"/>
            </a:pPr>
            <a:r>
              <a:t>diagrama,</a:t>
            </a:r>
          </a:p>
          <a:p>
            <a:pPr algn="ctr">
              <a:defRPr sz="2000"/>
            </a:pPr>
            <a:r>
              <a:t>fluxograma</a:t>
            </a:r>
          </a:p>
          <a:p>
            <a:pPr algn="ctr">
              <a:defRPr sz="2000"/>
            </a:pPr>
            <a:r>
              <a:t>ou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Template Padrão para Seminários de IoT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Vantagens e Limitações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Monte uma tabela comparando vantagens, limitações, desafios e aplicações.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9319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Inserir imagem,</a:t>
            </a:r>
          </a:p>
          <a:p>
            <a:pPr algn="ctr">
              <a:defRPr sz="2000"/>
            </a:pPr>
            <a:r>
              <a:t>diagrama,</a:t>
            </a:r>
          </a:p>
          <a:p>
            <a:pPr algn="ctr">
              <a:defRPr sz="2000"/>
            </a:pPr>
            <a:r>
              <a:t>fluxograma</a:t>
            </a:r>
          </a:p>
          <a:p>
            <a:pPr algn="ctr">
              <a:defRPr sz="2000"/>
            </a:pPr>
            <a:r>
              <a:t>ou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Template Padrão para Seminários de IoT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Casos de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Apresente pelo menos três aplicações reais do tema.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9319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Inserir imagem,</a:t>
            </a:r>
          </a:p>
          <a:p>
            <a:pPr algn="ctr">
              <a:defRPr sz="2000"/>
            </a:pPr>
            <a:r>
              <a:t>diagrama,</a:t>
            </a:r>
          </a:p>
          <a:p>
            <a:pPr algn="ctr">
              <a:defRPr sz="2000"/>
            </a:pPr>
            <a:r>
              <a:t>fluxograma</a:t>
            </a:r>
          </a:p>
          <a:p>
            <a:pPr algn="ctr">
              <a:defRPr sz="2000"/>
            </a:pPr>
            <a:r>
              <a:t>ou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Template Padrão para Seminários de IoT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Estado da Arte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Pesquisas recentes</a:t>
            </a:r>
            <a:br/>
            <a:r>
              <a:t>• Empresas</a:t>
            </a:r>
            <a:br/>
            <a:r>
              <a:t>• Produtos</a:t>
            </a:r>
            <a:br/>
            <a:r>
              <a:t>• Tendências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9319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Inserir imagem,</a:t>
            </a:r>
          </a:p>
          <a:p>
            <a:pPr algn="ctr">
              <a:defRPr sz="2000"/>
            </a:pPr>
            <a:r>
              <a:t>diagrama,</a:t>
            </a:r>
          </a:p>
          <a:p>
            <a:pPr algn="ctr">
              <a:defRPr sz="2000"/>
            </a:pPr>
            <a:r>
              <a:t>fluxograma</a:t>
            </a:r>
          </a:p>
          <a:p>
            <a:pPr algn="ctr">
              <a:defRPr sz="2000"/>
            </a:pPr>
            <a:r>
              <a:t>ou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Template Padrão para Seminários de IoT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Demonstração Prática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Objetivo</a:t>
            </a:r>
            <a:br/>
            <a:r>
              <a:t>Arquitetura</a:t>
            </a:r>
            <a:br/>
            <a:r>
              <a:t>Execução</a:t>
            </a:r>
            <a:br/>
            <a:r>
              <a:t>Resultados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9319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Inserir imagem,</a:t>
            </a:r>
          </a:p>
          <a:p>
            <a:pPr algn="ctr">
              <a:defRPr sz="2000"/>
            </a:pPr>
            <a:r>
              <a:t>diagrama,</a:t>
            </a:r>
          </a:p>
          <a:p>
            <a:pPr algn="ctr">
              <a:defRPr sz="2000"/>
            </a:pPr>
            <a:r>
              <a:t>fluxograma</a:t>
            </a:r>
          </a:p>
          <a:p>
            <a:pPr algn="ctr">
              <a:defRPr sz="2000"/>
            </a:pPr>
            <a:r>
              <a:t>ou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Template Padrão para Seminários de IoT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Discussão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Desafios</a:t>
            </a:r>
            <a:br/>
            <a:r>
              <a:t>• Lições aprendidas</a:t>
            </a:r>
            <a:br/>
            <a:r>
              <a:t>• Relação com o projeto final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9319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Inserir imagem,</a:t>
            </a:r>
          </a:p>
          <a:p>
            <a:pPr algn="ctr">
              <a:defRPr sz="2000"/>
            </a:pPr>
            <a:r>
              <a:t>diagrama,</a:t>
            </a:r>
          </a:p>
          <a:p>
            <a:pPr algn="ctr">
              <a:defRPr sz="2000"/>
            </a:pPr>
            <a:r>
              <a:t>fluxograma</a:t>
            </a:r>
          </a:p>
          <a:p>
            <a:pPr algn="ctr">
              <a:defRPr sz="2000"/>
            </a:pPr>
            <a:r>
              <a:t>ou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Template Padrão para Seminários de IoT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Principais contribuições</a:t>
            </a:r>
            <a:br/>
            <a:r>
              <a:t>• Limitações</a:t>
            </a:r>
            <a:br/>
            <a:r>
              <a:t>• Trabalhos futuros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9319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Inserir imagem,</a:t>
            </a:r>
          </a:p>
          <a:p>
            <a:pPr algn="ctr">
              <a:defRPr sz="2000"/>
            </a:pPr>
            <a:r>
              <a:t>diagrama,</a:t>
            </a:r>
          </a:p>
          <a:p>
            <a:pPr algn="ctr">
              <a:defRPr sz="2000"/>
            </a:pPr>
            <a:r>
              <a:t>fluxograma</a:t>
            </a:r>
          </a:p>
          <a:p>
            <a:pPr algn="ctr">
              <a:defRPr sz="2000"/>
            </a:pPr>
            <a:r>
              <a:t>ou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Template Padrão para Seminários de IoT |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Referências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Livro da disciplina</a:t>
            </a:r>
            <a:br/>
            <a:r>
              <a:t>• Artigos científicos</a:t>
            </a:r>
            <a:br/>
            <a:r>
              <a:t>• RFCs/Documentação oficial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9319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Inserir imagem,</a:t>
            </a:r>
          </a:p>
          <a:p>
            <a:pPr algn="ctr">
              <a:defRPr sz="2000"/>
            </a:pPr>
            <a:r>
              <a:t>diagrama,</a:t>
            </a:r>
          </a:p>
          <a:p>
            <a:pPr algn="ctr">
              <a:defRPr sz="2000"/>
            </a:pPr>
            <a:r>
              <a:t>fluxograma</a:t>
            </a:r>
          </a:p>
          <a:p>
            <a:pPr algn="ctr">
              <a:defRPr sz="2000"/>
            </a:pPr>
            <a:r>
              <a:t>ou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Template Padrão para Seminários de IoT |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Perguntas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Obrigado!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280160"/>
            <a:ext cx="39319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Inserir imagem,</a:t>
            </a:r>
          </a:p>
          <a:p>
            <a:pPr algn="ctr">
              <a:defRPr sz="2000"/>
            </a:pPr>
            <a:r>
              <a:t>diagrama,</a:t>
            </a:r>
          </a:p>
          <a:p>
            <a:pPr algn="ctr">
              <a:defRPr sz="2000"/>
            </a:pPr>
            <a:r>
              <a:t>fluxograma</a:t>
            </a:r>
          </a:p>
          <a:p>
            <a:pPr algn="ctr">
              <a:defRPr sz="2000"/>
            </a:pPr>
            <a:r>
              <a:t>ou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Template Padrão para Seminários de IoT | Slide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